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Local SEO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11111"/>
                </a:solidFill>
                <a:latin typeface="Archivo"/>
              </a:defRPr>
            </a:pPr>
            <a:r>
              <a:t>Step by Step Process for Completing a Google My Business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C4C4C"/>
                </a:solidFill>
                <a:latin typeface="Nunito"/>
              </a:defRPr>
            </a:pPr>
            <a:r>
              <a:t>A presentation that explains how to create, optimize, and analyze a Google Business Profile listing from setup to insights-driven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F3F3"/>
                </a:solidFill>
                <a:latin typeface="Nunito"/>
              </a:defRPr>
            </a:pPr>
            <a:r>
              <a:t>GMB Account Setup  ·  Keyword Research  ·  Citations  ·  Insights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Google Business Profile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E1E1E1"/>
                </a:solidFill>
                <a:latin typeface="Nunito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chivo"/>
              </a:defRPr>
            </a:pPr>
            <a:r>
              <a:t>What this task is about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Visibility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Appear in local search and Google Maps for relevant searches.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Consistency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Keep business details accurate across all local directories and platforms.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796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Performance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Use insights data to measure the effect of optimization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chivo"/>
              </a:defRPr>
            </a:pPr>
            <a:r>
              <a:t>Create the Google Business Profile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Go to Google Business Profile and sign in with a Google account.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Enter the business name exactly as it is used publicly.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Select the most accurate primary business category.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Add the physical address or define the service area if it is a service business.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Enter the official phone number, website link, and business hours.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Complete the verification step through postcard, phone, email, or video if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Account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E1E1E1"/>
                </a:solidFill>
                <a:latin typeface="Nunito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chivo"/>
              </a:defRPr>
            </a:pPr>
            <a:r>
              <a:t>Collect core business information before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Name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Use the exact legal or publicly used business name without adding extra keywords.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Address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Record the correct street address, city, state, and postal code in one standard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Phone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Choose one official business phone number and keep it consistent everywhere.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Website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Use the correct homepage or the most relevant landing page for local visitors.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chivo"/>
              </a:defRPr>
            </a:pPr>
            <a:r>
              <a:t>Perform local keyword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List the main services or products the business offers.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Add location modifiers such as city, neighborhood, district, or near me.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Check Google autocomplete, related searches, and competitor listings.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Identify keywords with local intent like best bakery in Chennai or dentist near Anna Nagar.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Primary keywords for the main service and location.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Secondary keywords for specialties, offers, and customer needs.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Branded keywords using the business name.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Question keywords that reflect local customer searches.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Keyword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chivo"/>
              </a:defRPr>
            </a:pPr>
            <a:r>
              <a:t>Write an optimized business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Start with a simple description of what the business does and who it serves.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Naturally include the most important local keywords without stuffing.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Highlight unique selling points such as years of experience, pricing, quality, or convenience.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Keep the tone professional, clear, and trustworthy.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Description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E1E1E1"/>
                </a:solidFill>
                <a:latin typeface="Nunito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chivo"/>
              </a:defRPr>
            </a:pPr>
            <a:r>
              <a:t>Optimize services, categories, and business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Primary Category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Select the closest match to the main business activity because it strongly affects ranking relevance.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Additional Categories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Add supporting categories only if they are truly relevant to services offered.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Services Section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List every major service clearly and include short keyword-rich explanations.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Hours and Attributes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Update opening hours, holiday hours, accessibility, delivery, payment options, and amenities.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Business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chivo"/>
              </a:defRPr>
            </a:pPr>
            <a:r>
              <a:t>Improve photos and visual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Upload a professional logo and cover photo first.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Add high-quality images of the storefront, interior, team, products, and services.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Use original photos instead of generic stock images whenever possible.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Rename files clearly before uploading and maintain good lighting and branding.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Refresh photos regularly to keep the profile active and engaging.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Photo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chivo"/>
              </a:defRPr>
            </a:pPr>
            <a:r>
              <a:t>Build and correct local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Audit existing business listings across directories, maps, and social platforms.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Check whether name, address, and phone number match the Google profile exactly.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Correct duplicate, outdated, or inconsistent listings.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Add the business to important local and industry-specific directories.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They improve trust and local SEO authority.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They reduce confusion for both users and search engines.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They support stronger map visibility when NAP is 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Local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E1E1E1"/>
                </a:solidFill>
                <a:latin typeface="Nunito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Step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chivo"/>
              </a:defRPr>
            </a:pPr>
            <a:r>
              <a:t>Use Google Business Profile insights for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Search Views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Track how many users found the profile through search and 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User Actions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Measure calls, website clicks, direction requests, and messages.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Photo Performance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Compare how often business photos are viewed against competitor averages.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Query Trends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Identify which search terms are driving discovery and engagement.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Insights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chivo"/>
              </a:defRPr>
            </a:pPr>
            <a:r>
              <a:t>Make data-driven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If profile views increase but actions stay low, improve descriptions, photos, and calls to action.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If certain keywords drive discovery, add them naturally in services and posts.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If calls are higher than website clicks, emphasize direct contact information and booking convenience.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If photo views are weak, replace low-quality images and add more relevant visuals.</a:t>
            </a:r>
          </a:p>
          <a:p>
            <a:pPr>
              <a:spcAft>
                <a:spcPts val="600"/>
              </a:spcAft>
              <a:defRPr sz="1400">
                <a:solidFill>
                  <a:srgbClr val="111111"/>
                </a:solidFill>
                <a:latin typeface="Nunito"/>
              </a:defRPr>
            </a:pPr>
            <a:r>
              <a:t>•  Repeat monthly audits to keep the listing accurate and competitive.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Optimization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E1E1E1"/>
                </a:solidFill>
                <a:latin typeface="Nunito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00"/>
                </a:solidFill>
                <a:latin typeface="Nunito"/>
              </a:defRPr>
            </a:pPr>
            <a:r>
              <a:t>Final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111"/>
                </a:solidFill>
                <a:latin typeface="Archivo"/>
              </a:defRPr>
            </a:pPr>
            <a:r>
              <a:t>How to present the completed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Show Setup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Include screenshots of account creation, verification, and completed profile fields.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Show Research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Present the keyword list and explain why those terms were selected.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Show Changes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Demonstrate updates to description, services, categories, and photos.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91440"/>
          <a:lstStyle/>
          <a:p>
            <a:pPr algn="ctr">
              <a:spcAft>
                <a:spcPts val="400"/>
              </a:spcAft>
              <a:defRPr sz="1400" b="1">
                <a:solidFill>
                  <a:srgbClr val="111111"/>
                </a:solidFill>
                <a:latin typeface="Nunito"/>
              </a:defRPr>
            </a:pPr>
            <a:r>
              <a:t>Show Results</a:t>
            </a:r>
          </a:p>
          <a:p>
            <a:pPr>
              <a:defRPr sz="1100">
                <a:solidFill>
                  <a:srgbClr val="4C4C4C"/>
                </a:solidFill>
                <a:latin typeface="Nunito"/>
              </a:defRPr>
            </a:pPr>
            <a:r>
              <a:t>Summarize citation fixes, insights data, lessons learned, and next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Nunito"/>
              </a:defRPr>
            </a:pPr>
            <a:r>
              <a:t>Presentation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unit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